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14"/>
  </p:handoutMasterIdLst>
  <p:sldIdLst>
    <p:sldId id="2662" r:id="rId4"/>
    <p:sldId id="2834" r:id="rId6"/>
    <p:sldId id="2844" r:id="rId7"/>
    <p:sldId id="2666" r:id="rId8"/>
    <p:sldId id="2898" r:id="rId9"/>
    <p:sldId id="2903" r:id="rId10"/>
    <p:sldId id="2836" r:id="rId11"/>
    <p:sldId id="2851" r:id="rId12"/>
    <p:sldId id="2690" r:id="rId13"/>
  </p:sldIdLst>
  <p:sldSz cx="12192000" cy="6858000"/>
  <p:notesSz cx="9928225" cy="6797675"/>
  <p:custDataLst>
    <p:tags r:id="rId19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3936" userDrawn="1">
          <p15:clr>
            <a:srgbClr val="A4A3A4"/>
          </p15:clr>
        </p15:guide>
        <p15:guide id="6" orient="horz" pos="2652" userDrawn="1">
          <p15:clr>
            <a:srgbClr val="A4A3A4"/>
          </p15:clr>
        </p15:guide>
        <p15:guide id="7" orient="horz" pos="1010" userDrawn="1">
          <p15:clr>
            <a:srgbClr val="A4A3A4"/>
          </p15:clr>
        </p15:guide>
        <p15:guide id="11" orient="horz" pos="403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iu yang" initials="Q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4FF"/>
    <a:srgbClr val="FF1FD3"/>
    <a:srgbClr val="FF9900"/>
    <a:srgbClr val="E39999"/>
    <a:srgbClr val="6600FF"/>
    <a:srgbClr val="6699FF"/>
    <a:srgbClr val="3399FF"/>
    <a:srgbClr val="33CC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55" autoAdjust="0"/>
    <p:restoredTop sz="89018" autoAdjust="0"/>
  </p:normalViewPr>
  <p:slideViewPr>
    <p:cSldViewPr showGuides="1">
      <p:cViewPr varScale="1">
        <p:scale>
          <a:sx n="144" d="100"/>
          <a:sy n="144" d="100"/>
        </p:scale>
        <p:origin x="2628" y="126"/>
      </p:cViewPr>
      <p:guideLst>
        <p:guide pos="3936"/>
        <p:guide orient="horz" pos="2652"/>
        <p:guide orient="horz" pos="1010"/>
        <p:guide orient="horz" pos="4034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54" d="100"/>
          <a:sy n="154" d="100"/>
        </p:scale>
        <p:origin x="1968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331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2594" y="0"/>
            <a:ext cx="430331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6699"/>
            <a:ext cx="430331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2594" y="6456699"/>
            <a:ext cx="430331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7F00989-C26E-4099-A22D-3EE122F3C971}" type="slidenum">
              <a:rPr lang="en-US" altLang="zh-CN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331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594" y="0"/>
            <a:ext cx="430331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9456" y="509588"/>
            <a:ext cx="4532489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360" y="3229444"/>
            <a:ext cx="7943507" cy="3058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6699"/>
            <a:ext cx="430331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594" y="6456699"/>
            <a:ext cx="430331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FD2F16D-149C-4311-8F5A-79BAE5C3C445}" type="slidenum">
              <a:rPr lang="en-US" altLang="zh-CN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9456" y="509588"/>
            <a:ext cx="4532489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9456" y="509588"/>
            <a:ext cx="4532489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9456" y="509588"/>
            <a:ext cx="4532489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9456" y="509588"/>
            <a:ext cx="4532489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B1E064-DF0C-4D01-BD0A-47CE0164F1AC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1E6EE0-951D-4C5D-AC0F-CADDA689D56D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AC098F-9C60-41C6-99A2-3ED4709AFF68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09600" y="1600202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600202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B92E1A-12A0-4334-BC09-ED629A06876C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9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9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08F54E-E7B3-4AD2-B062-7EBAD698635C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5FD411-B4D7-4D25-82A5-4FA3025B1821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8229600" y="6373512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3</a:t>
            </a: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662616" y="6477000"/>
            <a:ext cx="2844800" cy="476250"/>
          </a:xfrm>
        </p:spPr>
        <p:txBody>
          <a:bodyPr/>
          <a:lstStyle>
            <a:lvl1pPr algn="ctr">
              <a:defRPr sz="1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altLang="zh-CN" dirty="0"/>
              <a:t>-</a:t>
            </a:r>
            <a:fld id="{A3AB346F-EC83-4B76-A0F9-FBE0281214E2}" type="slidenum">
              <a:rPr lang="en-US" altLang="zh-CN" smtClean="0"/>
            </a:fld>
            <a:r>
              <a:rPr lang="en-US" altLang="zh-CN" dirty="0"/>
              <a:t>-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9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9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BD1B2E-2E67-439B-883A-507399E43CD5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9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9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EB615D-D911-4B00-A755-FC175408D24F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8AA20F-4335-405A-9141-7AD3C046F3DA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04A001-5540-44C4-ACE4-1271B870CFA7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B1E064-DF0C-4D01-BD0A-47CE0164F1AC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1E6EE0-951D-4C5D-AC0F-CADDA689D56D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AC098F-9C60-41C6-99A2-3ED4709AFF68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09600" y="1600202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600202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B92E1A-12A0-4334-BC09-ED629A06876C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9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9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08F54E-E7B3-4AD2-B062-7EBAD698635C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5FD411-B4D7-4D25-82A5-4FA3025B1821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8229600" y="6373512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3</a:t>
            </a: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662616" y="6477000"/>
            <a:ext cx="2844800" cy="476250"/>
          </a:xfrm>
        </p:spPr>
        <p:txBody>
          <a:bodyPr/>
          <a:lstStyle>
            <a:lvl1pPr algn="ctr">
              <a:defRPr sz="1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altLang="zh-CN" dirty="0"/>
              <a:t>-</a:t>
            </a:r>
            <a:fld id="{A3AB346F-EC83-4B76-A0F9-FBE0281214E2}" type="slidenum">
              <a:rPr lang="en-US" altLang="zh-CN" smtClean="0"/>
            </a:fld>
            <a:r>
              <a:rPr lang="en-US" altLang="zh-CN" dirty="0"/>
              <a:t>-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9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9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BD1B2E-2E67-439B-883A-507399E43CD5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9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9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EB615D-D911-4B00-A755-FC175408D24F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8AA20F-4335-405A-9141-7AD3C046F3DA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04A001-5540-44C4-ACE4-1271B870CFA7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2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 altLang="zh-CN" dirty="0"/>
              <a:t>3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AA7D6636-84BA-4B2A-9183-5AC80A5D7EA5}" type="slidenum">
              <a:rPr lang="en-US" altLang="zh-CN"/>
            </a:fld>
            <a:endParaRPr lang="en-US" altLang="zh-CN" dirty="0"/>
          </a:p>
        </p:txBody>
      </p:sp>
      <p:cxnSp>
        <p:nvCxnSpPr>
          <p:cNvPr id="2" name="直接连接符 1"/>
          <p:cNvCxnSpPr/>
          <p:nvPr/>
        </p:nvCxnSpPr>
        <p:spPr>
          <a:xfrm>
            <a:off x="1905" y="990600"/>
            <a:ext cx="12201525" cy="0"/>
          </a:xfrm>
          <a:prstGeom prst="line">
            <a:avLst/>
          </a:prstGeom>
          <a:ln w="50800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2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 altLang="zh-CN" dirty="0"/>
              <a:t>3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AA7D6636-84BA-4B2A-9183-5AC80A5D7EA5}" type="slidenum">
              <a:rPr lang="en-US" altLang="zh-CN"/>
            </a:fld>
            <a:endParaRPr lang="en-US" altLang="zh-CN" dirty="0"/>
          </a:p>
        </p:txBody>
      </p:sp>
      <p:cxnSp>
        <p:nvCxnSpPr>
          <p:cNvPr id="2" name="直接连接符 1"/>
          <p:cNvCxnSpPr/>
          <p:nvPr/>
        </p:nvCxnSpPr>
        <p:spPr>
          <a:xfrm>
            <a:off x="0" y="1143000"/>
            <a:ext cx="12203430" cy="0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3"/>
          <p:cNvSpPr>
            <a:spLocks noChangeShapeType="1"/>
          </p:cNvSpPr>
          <p:nvPr/>
        </p:nvSpPr>
        <p:spPr bwMode="auto">
          <a:xfrm flipV="1">
            <a:off x="1524000" y="765175"/>
            <a:ext cx="9144000" cy="71438"/>
          </a:xfrm>
          <a:prstGeom prst="line">
            <a:avLst/>
          </a:prstGeom>
          <a:noFill/>
          <a:ln w="31750">
            <a:solidFill>
              <a:srgbClr val="FF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800"/>
          </a:p>
        </p:txBody>
      </p:sp>
      <p:sp>
        <p:nvSpPr>
          <p:cNvPr id="4099" name="Text Box 17"/>
          <p:cNvSpPr txBox="1">
            <a:spLocks noChangeArrowheads="1"/>
          </p:cNvSpPr>
          <p:nvPr/>
        </p:nvSpPr>
        <p:spPr bwMode="auto">
          <a:xfrm>
            <a:off x="1301680" y="1771697"/>
            <a:ext cx="9588640" cy="1753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5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周报</a:t>
            </a:r>
            <a:r>
              <a:rPr lang="en-US" altLang="zh-CN" sz="5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2026-</a:t>
            </a:r>
            <a:r>
              <a:rPr lang="zh-CN" altLang="en-US" sz="5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研二</a:t>
            </a:r>
            <a:r>
              <a:rPr lang="en-US" altLang="zh-CN" sz="5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-7</a:t>
            </a:r>
            <a:r>
              <a:rPr lang="zh-CN" altLang="en-US" sz="5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endParaRPr lang="zh-CN" altLang="en-US" sz="5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5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endParaRPr lang="en-US" altLang="zh-CN" sz="5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100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85" y="76200"/>
            <a:ext cx="10064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17" y="228602"/>
            <a:ext cx="2466667" cy="638095"/>
          </a:xfrm>
          <a:prstGeom prst="rect">
            <a:avLst/>
          </a:prstGeom>
        </p:spPr>
      </p:pic>
      <p:sp>
        <p:nvSpPr>
          <p:cNvPr id="8" name="文本框 10"/>
          <p:cNvSpPr txBox="1"/>
          <p:nvPr/>
        </p:nvSpPr>
        <p:spPr>
          <a:xfrm>
            <a:off x="8305800" y="6457890"/>
            <a:ext cx="4191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64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非常规油气科学技术研究院</a:t>
            </a:r>
            <a:endParaRPr lang="zh-CN" altLang="en-US" sz="2000" b="1" dirty="0">
              <a:solidFill>
                <a:srgbClr val="0064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2247" y="6447842"/>
            <a:ext cx="1217676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600200" y="3733800"/>
            <a:ext cx="9143999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/>
              <a:t>汇报人：晏程</a:t>
            </a:r>
            <a:endParaRPr lang="en-US" altLang="zh-CN" sz="2400" b="1" dirty="0"/>
          </a:p>
          <a:p>
            <a:pPr algn="ctr">
              <a:lnSpc>
                <a:spcPct val="150000"/>
              </a:lnSpc>
            </a:pPr>
            <a:r>
              <a:rPr lang="en-US" altLang="zh-CN" sz="2400" b="1" dirty="0"/>
              <a:t>2026</a:t>
            </a:r>
            <a:r>
              <a:rPr lang="zh-CN" altLang="en-US" sz="2400" b="1" dirty="0"/>
              <a:t>年</a:t>
            </a:r>
            <a:r>
              <a:rPr lang="en-US" altLang="zh-CN" sz="2400" b="1" dirty="0"/>
              <a:t>7</a:t>
            </a:r>
            <a:r>
              <a:rPr lang="zh-CN" altLang="en-US" sz="2400" b="1" dirty="0"/>
              <a:t>月</a:t>
            </a:r>
            <a:r>
              <a:rPr lang="en-US" altLang="zh-CN" sz="2400" b="1" dirty="0"/>
              <a:t>25</a:t>
            </a:r>
            <a:r>
              <a:rPr lang="zh-CN" altLang="en-US" sz="2400" b="1" dirty="0"/>
              <a:t>日</a:t>
            </a:r>
            <a:endParaRPr lang="en-US" altLang="zh-CN" sz="24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3"/>
          <p:cNvSpPr>
            <a:spLocks noChangeShapeType="1"/>
          </p:cNvSpPr>
          <p:nvPr/>
        </p:nvSpPr>
        <p:spPr bwMode="auto">
          <a:xfrm flipV="1">
            <a:off x="1524000" y="765175"/>
            <a:ext cx="9144000" cy="71438"/>
          </a:xfrm>
          <a:prstGeom prst="line">
            <a:avLst/>
          </a:prstGeom>
          <a:noFill/>
          <a:ln w="31750">
            <a:solidFill>
              <a:srgbClr val="FF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800"/>
          </a:p>
        </p:txBody>
      </p:sp>
      <p:pic>
        <p:nvPicPr>
          <p:cNvPr id="4100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590" y="0"/>
            <a:ext cx="10064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9612" y="228602"/>
            <a:ext cx="2466667" cy="638095"/>
          </a:xfrm>
          <a:prstGeom prst="rect">
            <a:avLst/>
          </a:prstGeom>
        </p:spPr>
      </p:pic>
      <p:sp>
        <p:nvSpPr>
          <p:cNvPr id="8" name="文本框 10"/>
          <p:cNvSpPr txBox="1"/>
          <p:nvPr/>
        </p:nvSpPr>
        <p:spPr>
          <a:xfrm>
            <a:off x="6934200" y="6457890"/>
            <a:ext cx="4191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64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非常规油气科学技术研究院</a:t>
            </a:r>
            <a:endParaRPr lang="zh-CN" altLang="en-US" sz="2000" b="1" dirty="0">
              <a:solidFill>
                <a:srgbClr val="0064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524000" y="207924"/>
            <a:ext cx="914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方正大黑简体" panose="03000509000000000000" pitchFamily="2" charset="-122"/>
              </a:rPr>
              <a:t>汇 报 提 纲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方正大黑简体" panose="03000509000000000000" pitchFamily="2" charset="-122"/>
            </a:endParaRPr>
          </a:p>
        </p:txBody>
      </p:sp>
      <p:sp>
        <p:nvSpPr>
          <p:cNvPr id="10" name="文本框 1"/>
          <p:cNvSpPr txBox="1"/>
          <p:nvPr/>
        </p:nvSpPr>
        <p:spPr>
          <a:xfrm>
            <a:off x="3110068" y="2057400"/>
            <a:ext cx="6312877" cy="23069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一、上周工作完成情况</a:t>
            </a:r>
            <a:endParaRPr lang="en-US" altLang="zh-CN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二、文献</a:t>
            </a:r>
            <a:r>
              <a:rPr lang="en-US" alt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</a:t>
            </a:r>
            <a:r>
              <a:rPr lang="en-US" alt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科研进展</a:t>
            </a:r>
            <a:endParaRPr lang="en-US" altLang="zh-CN" sz="3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三、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sym typeface="等线" panose="02010600030101010101" pitchFamily="2" charset="-122"/>
              </a:rPr>
              <a:t>下周工作计划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695863" y="141287"/>
            <a:ext cx="2854037" cy="7850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590" y="0"/>
            <a:ext cx="10064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9612" y="228602"/>
            <a:ext cx="2466667" cy="638095"/>
          </a:xfrm>
          <a:prstGeom prst="rect">
            <a:avLst/>
          </a:prstGeom>
        </p:spPr>
      </p:pic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914400" y="152400"/>
            <a:ext cx="9156700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方正大黑简体" panose="03000509000000000000" pitchFamily="2" charset="-122"/>
              </a:rPr>
              <a:t>一、上周工作完成情况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方正大黑简体" panose="03000509000000000000" pitchFamily="2" charset="-122"/>
            </a:endParaRPr>
          </a:p>
          <a:p>
            <a:pPr algn="ctr"/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方正大黑简体" panose="03000509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2400" y="1295400"/>
            <a:ext cx="11883390" cy="563880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xxx</a:t>
            </a:r>
            <a:endParaRPr lang="en-US" sz="2800" b="1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xxx</a:t>
            </a:r>
            <a:endParaRPr lang="zh-CN" sz="2400" b="1">
              <a:solidFill>
                <a:srgbClr val="0000FF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sz="2400" b="1">
              <a:solidFill>
                <a:srgbClr val="0000FF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sz="2400" b="1">
              <a:solidFill>
                <a:srgbClr val="0000FF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zh-CN" sz="2400" b="1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80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3"/>
          <p:cNvSpPr>
            <a:spLocks noChangeShapeType="1"/>
          </p:cNvSpPr>
          <p:nvPr/>
        </p:nvSpPr>
        <p:spPr bwMode="auto">
          <a:xfrm flipV="1">
            <a:off x="1524000" y="765175"/>
            <a:ext cx="9144000" cy="71438"/>
          </a:xfrm>
          <a:prstGeom prst="line">
            <a:avLst/>
          </a:prstGeom>
          <a:noFill/>
          <a:ln w="31750">
            <a:solidFill>
              <a:srgbClr val="FF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800"/>
          </a:p>
        </p:txBody>
      </p:sp>
      <p:sp>
        <p:nvSpPr>
          <p:cNvPr id="9" name="文本框 8"/>
          <p:cNvSpPr txBox="1"/>
          <p:nvPr/>
        </p:nvSpPr>
        <p:spPr>
          <a:xfrm>
            <a:off x="3110230" y="207645"/>
            <a:ext cx="59340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方正大黑简体" panose="03000509000000000000" pitchFamily="2" charset="-122"/>
              </a:rPr>
              <a:t>汇 报 提 纲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方正大黑简体" panose="03000509000000000000" pitchFamily="2" charset="-122"/>
            </a:endParaRPr>
          </a:p>
        </p:txBody>
      </p:sp>
      <p:sp>
        <p:nvSpPr>
          <p:cNvPr id="10" name="文本框 1"/>
          <p:cNvSpPr txBox="1"/>
          <p:nvPr/>
        </p:nvSpPr>
        <p:spPr>
          <a:xfrm>
            <a:off x="3110068" y="2057400"/>
            <a:ext cx="6312877" cy="23069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一、上周工作完成情况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二、文献</a:t>
            </a:r>
            <a:r>
              <a:rPr lang="en-US" altLang="zh-CN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</a:t>
            </a:r>
            <a:r>
              <a:rPr lang="en-US" altLang="zh-CN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科研进展</a:t>
            </a:r>
            <a:endParaRPr lang="en-US" altLang="zh-CN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三、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sym typeface="等线" panose="02010600030101010101" pitchFamily="2" charset="-122"/>
              </a:rPr>
              <a:t>下周工作计划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85" y="76200"/>
            <a:ext cx="10064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17" y="228602"/>
            <a:ext cx="2466667" cy="638095"/>
          </a:xfrm>
          <a:prstGeom prst="rect">
            <a:avLst/>
          </a:prstGeom>
        </p:spPr>
      </p:pic>
      <p:sp>
        <p:nvSpPr>
          <p:cNvPr id="5" name="文本框 10"/>
          <p:cNvSpPr txBox="1"/>
          <p:nvPr/>
        </p:nvSpPr>
        <p:spPr>
          <a:xfrm>
            <a:off x="8305800" y="6457890"/>
            <a:ext cx="4191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64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非常规油气科学技术研究院</a:t>
            </a:r>
            <a:endParaRPr lang="zh-CN" altLang="en-US" sz="2000" b="1" dirty="0">
              <a:solidFill>
                <a:srgbClr val="0064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695863" y="141287"/>
            <a:ext cx="2854037" cy="7850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-304800" y="304800"/>
            <a:ext cx="91567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方正大黑简体" panose="03000509000000000000" pitchFamily="2" charset="-122"/>
              </a:rPr>
              <a:t>二、</a:t>
            </a: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科研进展</a:t>
            </a:r>
            <a:endParaRPr lang="en-US" altLang="zh-CN" sz="4000" b="1" dirty="0">
              <a:solidFill>
                <a:srgbClr val="FF0000"/>
              </a:solidFill>
              <a:latin typeface="黑体" panose="02010609060101010101" pitchFamily="49" charset="-122"/>
              <a:ea typeface="方正大黑简体" panose="03000509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1143000"/>
            <a:ext cx="106286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1.</a:t>
            </a:r>
            <a:r>
              <a:rPr lang="zh-CN" sz="2400" b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内容</a:t>
            </a:r>
            <a:r>
              <a:rPr lang="en-US" altLang="zh-CN" sz="2400" b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lang="en-US" altLang="zh-CN" sz="2400" b="1">
              <a:solidFill>
                <a:srgbClr val="0000FF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100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85" y="76200"/>
            <a:ext cx="10064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17" y="228602"/>
            <a:ext cx="2466667" cy="6380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52400" y="1603375"/>
            <a:ext cx="11915775" cy="1381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</a:t>
            </a:r>
            <a:r>
              <a:rPr 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分析说明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91235" y="2743200"/>
            <a:ext cx="3206750" cy="380238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790700" y="34791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图表公式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604760" y="33210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结果图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695863" y="141287"/>
            <a:ext cx="2854037" cy="7850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-304800" y="304800"/>
            <a:ext cx="91567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方正大黑简体" panose="03000509000000000000" pitchFamily="2" charset="-122"/>
              </a:rPr>
              <a:t>二、</a:t>
            </a: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科研进展</a:t>
            </a:r>
            <a:endParaRPr lang="en-US" altLang="zh-CN" sz="4000" b="1" dirty="0">
              <a:solidFill>
                <a:srgbClr val="FF0000"/>
              </a:solidFill>
              <a:latin typeface="黑体" panose="02010609060101010101" pitchFamily="49" charset="-122"/>
              <a:ea typeface="方正大黑简体" panose="03000509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1143000"/>
            <a:ext cx="106286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1.</a:t>
            </a:r>
            <a:r>
              <a:rPr lang="zh-CN" sz="2400" b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内容</a:t>
            </a:r>
            <a:r>
              <a:rPr lang="en-US" altLang="zh-CN" sz="2400" b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lang="en-US" altLang="zh-CN" sz="2400" b="1">
              <a:solidFill>
                <a:srgbClr val="0000FF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100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85" y="76200"/>
            <a:ext cx="10064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17" y="228602"/>
            <a:ext cx="2466667" cy="6380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52400" y="1603375"/>
            <a:ext cx="11915775" cy="1381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现象</a:t>
            </a:r>
            <a:r>
              <a:rPr 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分析说明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91235" y="2743200"/>
            <a:ext cx="3206750" cy="380238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790700" y="34791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图表公式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604760" y="33210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详细分析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3"/>
          <p:cNvSpPr>
            <a:spLocks noChangeShapeType="1"/>
          </p:cNvSpPr>
          <p:nvPr/>
        </p:nvSpPr>
        <p:spPr bwMode="auto">
          <a:xfrm flipV="1">
            <a:off x="1524000" y="765175"/>
            <a:ext cx="9144000" cy="71438"/>
          </a:xfrm>
          <a:prstGeom prst="line">
            <a:avLst/>
          </a:prstGeom>
          <a:noFill/>
          <a:ln w="31750">
            <a:solidFill>
              <a:srgbClr val="FF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800"/>
          </a:p>
        </p:txBody>
      </p:sp>
      <p:sp>
        <p:nvSpPr>
          <p:cNvPr id="9" name="文本框 8"/>
          <p:cNvSpPr txBox="1"/>
          <p:nvPr/>
        </p:nvSpPr>
        <p:spPr>
          <a:xfrm>
            <a:off x="2743835" y="207645"/>
            <a:ext cx="66776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方正大黑简体" panose="03000509000000000000" pitchFamily="2" charset="-122"/>
              </a:rPr>
              <a:t>汇 报 提 纲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方正大黑简体" panose="03000509000000000000" pitchFamily="2" charset="-122"/>
            </a:endParaRPr>
          </a:p>
        </p:txBody>
      </p:sp>
      <p:sp>
        <p:nvSpPr>
          <p:cNvPr id="10" name="文本框 1"/>
          <p:cNvSpPr txBox="1"/>
          <p:nvPr/>
        </p:nvSpPr>
        <p:spPr>
          <a:xfrm>
            <a:off x="3110068" y="2057400"/>
            <a:ext cx="6312877" cy="23069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一、上周工作完成情况</a:t>
            </a:r>
            <a:endParaRPr lang="en-US" altLang="zh-CN" sz="3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二、文献</a:t>
            </a:r>
            <a:r>
              <a:rPr lang="en-US" alt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</a:t>
            </a:r>
            <a:r>
              <a:rPr lang="en-US" alt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科研进展</a:t>
            </a:r>
            <a:endParaRPr lang="en-US" altLang="zh-CN" sz="3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</a:t>
            </a: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等线" panose="02010600030101010101" pitchFamily="2" charset="-122"/>
              </a:rPr>
              <a:t>下周工作计划</a:t>
            </a:r>
            <a:endParaRPr lang="zh-CN" altLang="en-US" sz="32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  <a:sym typeface="等线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85" y="76200"/>
            <a:ext cx="10064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17" y="228602"/>
            <a:ext cx="2466667" cy="638095"/>
          </a:xfrm>
          <a:prstGeom prst="rect">
            <a:avLst/>
          </a:prstGeom>
        </p:spPr>
      </p:pic>
      <p:sp>
        <p:nvSpPr>
          <p:cNvPr id="5" name="文本框 10"/>
          <p:cNvSpPr txBox="1"/>
          <p:nvPr/>
        </p:nvSpPr>
        <p:spPr>
          <a:xfrm>
            <a:off x="8305800" y="6457890"/>
            <a:ext cx="4191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64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非常规油气科学技术研究院</a:t>
            </a:r>
            <a:endParaRPr lang="zh-CN" altLang="en-US" sz="2000" b="1" dirty="0">
              <a:solidFill>
                <a:srgbClr val="0064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247" y="6447842"/>
            <a:ext cx="1217676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695863" y="141287"/>
            <a:ext cx="2854037" cy="7850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130300" y="288925"/>
            <a:ext cx="9156700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方正大黑简体" panose="03000509000000000000" pitchFamily="2" charset="-122"/>
              </a:rPr>
              <a:t>三、下周工作计划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方正大黑简体" panose="03000509000000000000" pitchFamily="2" charset="-122"/>
            </a:endParaRPr>
          </a:p>
          <a:p>
            <a:pPr algn="ctr"/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方正大黑简体" panose="03000509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1219200"/>
            <a:ext cx="5220335" cy="140779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xxxx</a:t>
            </a:r>
            <a:endParaRPr lang="en-US" sz="2400" b="1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xxx</a:t>
            </a:r>
            <a:endParaRPr lang="zh-CN" sz="2400" b="1">
              <a:solidFill>
                <a:srgbClr val="0000FF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sz="2400" b="1">
              <a:solidFill>
                <a:srgbClr val="0000FF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zh-CN" sz="2400" b="1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80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85" y="76200"/>
            <a:ext cx="10064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17" y="228602"/>
            <a:ext cx="2466667" cy="6380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4" descr="图片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矩形 4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443" y="1219483"/>
            <a:ext cx="8485187" cy="205105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-</a:t>
            </a:r>
            <a:fld id="{A3AB346F-EC83-4B76-A0F9-FBE0281214E2}" type="slidenum">
              <a:rPr lang="en-US" altLang="zh-CN" smtClean="0"/>
            </a:fld>
            <a:r>
              <a:rPr lang="en-US" altLang="zh-CN"/>
              <a:t>-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MjBiNDM5ZTJmOTAwYTkzYjcxZWYyMmQ3NDIwYzQwNDE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00"/>
      </a:accent1>
      <a:accent2>
        <a:srgbClr val="0000FF"/>
      </a:accent2>
      <a:accent3>
        <a:srgbClr val="FFFF00"/>
      </a:accent3>
      <a:accent4>
        <a:srgbClr val="00B050"/>
      </a:accent4>
      <a:accent5>
        <a:srgbClr val="FFC000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275</Words>
  <Application>WPS 演示</Application>
  <PresentationFormat>全屏显示(4:3)</PresentationFormat>
  <Paragraphs>83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Times New Roman</vt:lpstr>
      <vt:lpstr>黑体</vt:lpstr>
      <vt:lpstr>华文行楷</vt:lpstr>
      <vt:lpstr>方正大黑简体</vt:lpstr>
      <vt:lpstr>等线</vt:lpstr>
      <vt:lpstr>Wingdings</vt:lpstr>
      <vt:lpstr>微软雅黑</vt:lpstr>
      <vt:lpstr>Arial Unicode MS</vt:lpstr>
      <vt:lpstr>默认设计模板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Qiu yang</dc:creator>
  <cp:lastModifiedBy>晏程</cp:lastModifiedBy>
  <cp:revision>3895</cp:revision>
  <cp:lastPrinted>2026-07-18T10:55:00Z</cp:lastPrinted>
  <dcterms:created xsi:type="dcterms:W3CDTF">2026-07-18T10:55:00Z</dcterms:created>
  <dcterms:modified xsi:type="dcterms:W3CDTF">2026-08-06T05:42:44Z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D94CACC08A134985AB875DD30B9B0E27_13</vt:lpwstr>
  </property>
  <property fmtid="{D5CDD505-2E9C-101B-9397-08002B2CF9AE}" pid="4" name="KSOProductBuildVer">
    <vt:lpwstr>2052-12.1.0.23542</vt:lpwstr>
  </property>
</Properties>
</file>